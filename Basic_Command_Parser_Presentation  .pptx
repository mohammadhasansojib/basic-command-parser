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Basic Command Parser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Minimal Web-Based Calculator</a:t>
            </a:r>
          </a:p>
          <a:p>
            <a:r>
              <a:t>HTML • CSS • 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It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Takes text-based commands from the user</a:t>
            </a:r>
          </a:p>
          <a:p>
            <a:pPr lvl="1"/>
            <a:r>
              <a:t>Parses commands and numbers</a:t>
            </a:r>
          </a:p>
          <a:p>
            <a:pPr lvl="1"/>
            <a:r>
              <a:t>Performs calculations</a:t>
            </a:r>
          </a:p>
          <a:p>
            <a:pPr lvl="1"/>
            <a:r>
              <a:t>Displays the result instantly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HTML – Structure of the web page</a:t>
            </a:r>
          </a:p>
          <a:p>
            <a:pPr lvl="1"/>
            <a:r>
              <a:t>CSS – Styling and layout</a:t>
            </a:r>
          </a:p>
          <a:p>
            <a:pPr lvl="1"/>
            <a:r>
              <a:t>JavaScript – Logic and command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User enters a command</a:t>
            </a:r>
          </a:p>
          <a:p>
            <a:pPr lvl="1"/>
            <a:r>
              <a:t>Input is split into words</a:t>
            </a:r>
          </a:p>
          <a:p>
            <a:pPr lvl="1"/>
            <a:r>
              <a:t>First word is treated as the command</a:t>
            </a:r>
          </a:p>
          <a:p>
            <a:pPr lvl="1"/>
            <a:r>
              <a:t>Remaining words are treated as numbers</a:t>
            </a:r>
          </a:p>
          <a:p>
            <a:pPr lvl="1"/>
            <a:r>
              <a:t>Result is displayed on the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add / sum / +</a:t>
            </a:r>
          </a:p>
          <a:p>
            <a:pPr lvl="1"/>
            <a:r>
              <a:t>subtract / -</a:t>
            </a:r>
          </a:p>
          <a:p>
            <a:pPr lvl="1"/>
            <a:r>
              <a:t>multiply / *</a:t>
            </a:r>
          </a:p>
          <a:p>
            <a:pPr lvl="1"/>
            <a:r>
              <a:t>divide / /</a:t>
            </a:r>
          </a:p>
          <a:p>
            <a:pPr lvl="1"/>
            <a:r>
              <a:t>mod, pow, sqrt, abs</a:t>
            </a:r>
          </a:p>
          <a:p>
            <a:pPr lvl="1"/>
            <a:r>
              <a:t>help, commands, reload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Demonstrates string parsing</a:t>
            </a:r>
          </a:p>
          <a:p>
            <a:pPr lvl="1"/>
            <a:r>
              <a:t>Uses conditional logic</a:t>
            </a:r>
          </a:p>
          <a:p>
            <a:pPr lvl="1"/>
            <a:r>
              <a:t>Shows DOM manipulation</a:t>
            </a:r>
          </a:p>
          <a:p>
            <a:pPr lvl="1"/>
            <a:r>
              <a:t>Easy to extend with new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Questions are welcome 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